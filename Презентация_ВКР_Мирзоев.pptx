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Распределение дефектов по модулям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Дефекты</c:v>
                </c:pt>
              </c:strCache>
            </c:strRef>
          </c:tx>
          <c:spPr>
            <a:solidFill>
              <a:srgbClr val="2B5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Auth</c:v>
                  </c:pt>
                  <c:pt idx="1">
                    <c:v>Employee</c:v>
                  </c:pt>
                  <c:pt idx="2">
                    <c:v>Order</c:v>
                  </c:pt>
                  <c:pt idx="3">
                    <c:v>Vacation</c:v>
                  </c:pt>
                  <c:pt idx="4">
                    <c:v>Document</c:v>
                  </c:pt>
                  <c:pt idx="5">
                    <c:v>Report</c:v>
                  </c:pt>
                  <c:pt idx="6">
                    <c:v>Dashboard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9</c:v>
                </c:pt>
                <c:pt idx="2">
                  <c:v>12</c:v>
                </c:pt>
                <c:pt idx="3">
                  <c:v>7</c:v>
                </c:pt>
                <c:pt idx="4">
                  <c:v>8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УЧЕТА КАДРОВ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Выпускная квалификационная работа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Мирзоев Даниил Эркинович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Направление: 09.02.07 Информационные системы и программирование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Организация: ООО «Вотум-С», г. Калининград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работы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и внедрение программы учета кадров для ООО «Вотум-С», автоматизирующей кадровое делопроизводство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Анализ бизнес-процессов кадрового учета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Проектирование БД и архитектуры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Разработка 10 программных модулей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Тестирование (89 тест-кейсов, 210 юнит-тестов)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Подготовка эксплуатационной документации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Внедрение и оценка результатов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840480" cy="164592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9260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Предмет: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кадрового учета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Объект: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«Вотум-С» (юридические и консалтинговые услуги, Калининград)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 технологий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/ .NET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и платформа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06040" y="1188720"/>
            <a:ext cx="196596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WPF (XAML)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1874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Интерфейс, MVVM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1965960" cy="54864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6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874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188720"/>
            <a:ext cx="196596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3716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8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1874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ORM, миграции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19659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QuestPDF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приказов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30175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06040" y="3017520"/>
            <a:ext cx="1965960" cy="54864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25" name="Text 23"/>
          <p:cNvSpPr/>
          <p:nvPr/>
        </p:nvSpPr>
        <p:spPr>
          <a:xfrm>
            <a:off x="260604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ClosedXML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06040" y="3703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Excel-отчеты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0175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017520"/>
            <a:ext cx="1965960" cy="54864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Serilog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3703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Логирование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301752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3017520"/>
            <a:ext cx="196596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703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Модульные тесты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MVVM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solidFill>
            <a:srgbClr val="E6F7FF"/>
          </a:solidFill>
          <a:ln w="25400">
            <a:solidFill>
              <a:srgbClr val="18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097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(XAML)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1097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WPF окна, UserControl, привязка данных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solidFill>
            <a:srgbClr val="F6FFED"/>
          </a:solidFill>
          <a:ln w="25400">
            <a:solidFill>
              <a:srgbClr val="52C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INotifyPropertyChanged, RelayCommand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solidFill>
            <a:srgbClr val="FFF7E6"/>
          </a:solidFill>
          <a:ln w="25400">
            <a:solidFill>
              <a:srgbClr val="FA8C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926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Services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Бизнес-логика, EF Core, PDF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solidFill>
            <a:srgbClr val="FFF1F0"/>
          </a:solidFill>
          <a:ln w="25400">
            <a:solidFill>
              <a:srgbClr val="F52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Реляционная БД, 7 таблиц, 3НФ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разработки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188720"/>
            <a:ext cx="640080" cy="6400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SADT/IDEF0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Выявлено 7 проблем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508760"/>
            <a:ext cx="45720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51176" y="1188720"/>
            <a:ext cx="640080" cy="6400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9" name="Text 7"/>
          <p:cNvSpPr/>
          <p:nvPr/>
        </p:nvSpPr>
        <p:spPr>
          <a:xfrm>
            <a:off x="2551176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48256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48256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ER-диаграмма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таблиц, 3НФ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1296" y="1508760"/>
            <a:ext cx="45720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1188720"/>
            <a:ext cx="640080" cy="6400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14" name="Text 12"/>
          <p:cNvSpPr/>
          <p:nvPr/>
        </p:nvSpPr>
        <p:spPr>
          <a:xfrm>
            <a:off x="4325112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22192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22192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модулей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 строк кода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85232" y="1508760"/>
            <a:ext cx="45720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9048" y="1188720"/>
            <a:ext cx="640080" cy="6400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48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96128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96128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тест-кейсов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 юнит-тестов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59168" y="1508760"/>
            <a:ext cx="457200" cy="0"/>
          </a:xfrm>
          <a:prstGeom prst="line">
            <a:avLst/>
          </a:prstGeom>
          <a:noFill/>
          <a:ln w="25400">
            <a:solidFill>
              <a:srgbClr val="2B57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72984" y="1188720"/>
            <a:ext cx="640080" cy="640080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24" name="Text 22"/>
          <p:cNvSpPr/>
          <p:nvPr/>
        </p:nvSpPr>
        <p:spPr>
          <a:xfrm>
            <a:off x="7872984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70064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70064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Документация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Инструктаж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кода: сервис сотрудников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EmployeeService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получить всех сотрудников с поиском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List&lt;Employee&gt; GetAll(string? search)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using var db = new AppDbContext();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q = db.Employees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.Include(e =&gt; e.Department)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.Include(e =&gt; e.Position);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(!string.IsNullOrEmpty(search))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 = q.Where(e =&gt; e.LastName.Contains(search));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q.OrderBy(e =&gt; e.LastName).ToList();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Профессиональные компетенции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8229600" cy="41148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Компетенция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Реализация в проекте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ПК 1.1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Формирование алгоритмов - схемы IDEF0, Use Case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ПК 1.2-1.3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Разработка и отладка 10 модулей на C#/WPF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ПК 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 модульных тестов (xUnit), 89 тест-кейсов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ПК 2.1-2.3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Интеграция модулей через MVVM, Entity Framework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ПК 4.1-4.2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Инсталлятор, руководство пользователя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ПК 4.4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Аутентификация SHA256, ролевой доступ, журнал аудита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ПК 11.1-11.3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Проектирование БД (PostgreSQL, 3НФ, 7 таблиц)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ПК 11.4-11.6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SQL-запросы через EF Core, защита ПДн (152-ФЗ)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Модульное (xUnit)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 тестов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Покрытие: 78%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Время: 18.7 сек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8F9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тест-кейсов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пройдены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дефектов найдено и исправлено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743200"/>
          <a:ext cx="8229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внедрения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Было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Стало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15-20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Регистрация сотрудника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Формирование приказа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мин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сек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Поиск информации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Защита ПДн (152-ФЗ)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 достигнута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10 модулей реализованы и протестированы. Программа внедрена в ООО «Вотум-С».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Мирзоев Даниил Эркинович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ответить на ваши вопросы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Программа учета кадров ООО Вотум-С</dc:title>
  <dc:subject>PptxGenJS Presentation</dc:subject>
  <dc:creator>Мирзоев Д.Э.</dc:creator>
  <cp:lastModifiedBy>Мирзоев Д.Э.</cp:lastModifiedBy>
  <cp:revision>1</cp:revision>
  <dcterms:created xsi:type="dcterms:W3CDTF">2026-05-26T21:53:18Z</dcterms:created>
  <dcterms:modified xsi:type="dcterms:W3CDTF">2026-05-26T21:53:18Z</dcterms:modified>
</cp:coreProperties>
</file>